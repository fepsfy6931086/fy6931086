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26117-FB97-F5BC-66B8-F805FCCD0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F1E89-EC58-A8D3-D2FD-3A8FBA240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E7EAE-F7D1-E49D-6075-98E892FD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7A3E5-0232-DE40-D54C-4B39B197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19DC3-50DF-0CC2-0459-679B59D47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9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3AF2-51A0-D26E-B3EC-4B4E7C62E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EDE8E-713F-DFA1-FA54-E2B691A45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1ACB1-23FA-E176-49B2-79CC529E4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611F9-2D14-BF30-C4C4-A1FE2938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6684C-0088-94F4-DEC0-1F25847C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81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BB87-1CD9-F85E-CDE3-C8EF8392A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B7FFC-CABE-F9C7-8F26-8CF835FE8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7B3FE-506F-0017-F89D-452CC81C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D6C58-D107-AA73-C1BC-95FA2A71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73F9-A3CA-A911-C42E-6ABFF8CC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52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AEF3-3930-FD8C-290F-26DAE75E0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1007A-156F-296C-D907-619B2329E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615C9-D6CE-6FDD-B0AD-CCE9E4B6C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64D6A-B09C-AB57-0574-C8935EAE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8B458-FFE2-46CC-0013-6F13C2DEF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13E41-D19F-D119-8720-A6B5A9CB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620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E2F3-3FE6-6D04-7063-94C73364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9F4D1-C3D6-F4F8-9043-77BBFD48D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E1002-59EF-B279-0517-3821FF644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68615-4179-818B-3526-16B349476C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5E423-5200-CF0D-F160-3F1FD1CB3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BDAE23-E093-0BE8-E47B-1A64A6B52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F7630A-AB0D-CF89-6131-5B53C9B7B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AD7CC-9DCA-001B-216C-EC1AF090F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28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1A5E-6DA2-F911-5101-AF86C06E8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27379-A039-ECB7-5C8A-AB435E40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1A072-ED60-F64E-EA3C-DA89DFC3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BD015-ABC1-E0CF-2BCB-C840331C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4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8B57F8-8422-A501-60CC-C102D175B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2B3A4-1A8F-C304-EAF2-EED896F5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07EDE-C909-FD2D-2CC5-6C6DF620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D854-1937-6DA0-830E-A4E45D2E9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E175E-DEF1-AE98-535D-773BAC7A3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41825-B0EB-BC43-7F48-977F2590B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ECF24-5AF1-6E44-5924-1A1F2A25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1A06D-4B30-D179-3E95-781B8870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3807F-B92A-6D84-8C7A-84672B29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14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CC66-48B6-B071-B2C6-48A251FB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DEFAF-7B8A-C66F-CD84-46E6F7B2FF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A08E1-A068-6297-24EC-9A413BBAD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A9E-C096-2C39-84C5-7F5441DC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19F41-4780-89A8-1AF1-6CA9ED71D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32B8C-10AB-D8F2-DEDC-6D83212A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039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5946E-747C-EDBF-3576-6B34867F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C245A-F6BA-4EE5-8281-2AC4C701D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08EC2-1E40-8C72-9E18-A711DECC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11655-1EEC-40A9-6913-BDDBA07BD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1FB5F-A50B-49DA-82EE-9E4E7031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88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5C6960-79DD-6EDE-8A81-6B62B9813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21B91-ED63-47A3-7A59-8F053F7BA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86534-E288-D03C-4491-9A191FFF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F38E1-71FA-9341-E64B-2143F89D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C5837-CE00-6687-3A44-B7411910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56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5625A5-ADCA-FF08-FC29-23F5D923F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400F6-3838-0CE9-E070-233072AF6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AFDD-FD20-35E9-41EF-4EC8C2D36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52302-2D5A-48A6-A8EE-B532DE025D7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36AD1-F30C-4CE3-4E89-FE5170DE4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DE5A1-5BE0-BED7-396F-007624E63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ABE32F-27B7-4BE1-880F-7FE914FE94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99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EAE38F6-C89D-6766-EA36-CB2F502974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78" t="3037" r="3697" b="3954"/>
          <a:stretch>
            <a:fillRect/>
          </a:stretch>
        </p:blipFill>
        <p:spPr>
          <a:xfrm>
            <a:off x="3974591" y="1572768"/>
            <a:ext cx="4242817" cy="371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6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Szamrowicz, Olivyay (UG - Sch of Engineering)</dc:creator>
  <cp:lastModifiedBy>Szamrowicz, Olivyay (UG - Sch of Engineering)</cp:lastModifiedBy>
  <cp:revision>1</cp:revision>
  <dcterms:created xsi:type="dcterms:W3CDTF">2025-11-25T10:14:08Z</dcterms:created>
  <dcterms:modified xsi:type="dcterms:W3CDTF">2025-11-25T10:16:24Z</dcterms:modified>
</cp:coreProperties>
</file>